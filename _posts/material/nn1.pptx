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/>
    <p:restoredTop sz="94648"/>
  </p:normalViewPr>
  <p:slideViewPr>
    <p:cSldViewPr snapToGrid="0" snapToObjects="1">
      <p:cViewPr>
        <p:scale>
          <a:sx n="104" d="100"/>
          <a:sy n="104" d="100"/>
        </p:scale>
        <p:origin x="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Master-Untertitelformat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81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25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25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586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617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46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8987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505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47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Platzhalter für vertikalen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08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Platzhalter für vertikalen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638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DC803-9DC9-3E49-BE13-F1065B6402CA}" type="datetimeFigureOut">
              <a:rPr lang="de-DE" smtClean="0"/>
              <a:t>13.07.18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89355-63CE-1F45-BE7D-1FB044E379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874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4722472" y="532229"/>
            <a:ext cx="2351314" cy="1693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82880" bIns="0" rtlCol="0" anchor="ctr"/>
          <a:lstStyle/>
          <a:p>
            <a:pPr algn="ctr"/>
            <a:r>
              <a:rPr lang="de-DE" sz="6600" dirty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</a:t>
            </a:r>
            <a:r>
              <a:rPr lang="de-DE" sz="66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()</a:t>
            </a:r>
            <a:endParaRPr lang="de-DE" sz="66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pic>
        <p:nvPicPr>
          <p:cNvPr id="5" name="Bil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133" y="532230"/>
            <a:ext cx="1699155" cy="1693895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098971" y="871345"/>
            <a:ext cx="671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 smtClean="0">
                <a:latin typeface="Lucida Sans" charset="0"/>
                <a:ea typeface="Lucida Sans" charset="0"/>
                <a:cs typeface="Lucida Sans" charset="0"/>
              </a:rPr>
              <a:t>1</a:t>
            </a:r>
            <a:endParaRPr lang="de-DE" sz="6000" b="1" dirty="0">
              <a:latin typeface="Lucida Sans" charset="0"/>
              <a:ea typeface="Lucida Sans" charset="0"/>
              <a:cs typeface="Lucida Sans" charset="0"/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3788229" y="1370540"/>
            <a:ext cx="78377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7286060" y="1370540"/>
            <a:ext cx="78377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22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4539675" y="817393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</a:t>
            </a:r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pic>
        <p:nvPicPr>
          <p:cNvPr id="5" name="Bil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79" y="297455"/>
            <a:ext cx="1699155" cy="1693895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000117" y="636570"/>
            <a:ext cx="671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 smtClean="0">
                <a:latin typeface="Lucida Sans" charset="0"/>
                <a:ea typeface="Lucida Sans" charset="0"/>
                <a:cs typeface="Lucida Sans" charset="0"/>
              </a:rPr>
              <a:t>1</a:t>
            </a:r>
            <a:endParaRPr lang="de-DE" sz="6000" b="1" dirty="0">
              <a:latin typeface="Lucida Sans" charset="0"/>
              <a:ea typeface="Lucida Sans" charset="0"/>
              <a:cs typeface="Lucida Sans" charset="0"/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3689375" y="1135765"/>
            <a:ext cx="78377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7187206" y="1135765"/>
            <a:ext cx="78377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/>
          <p:cNvSpPr/>
          <p:nvPr/>
        </p:nvSpPr>
        <p:spPr>
          <a:xfrm>
            <a:off x="6117896" y="817393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</a:t>
            </a:r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cxnSp>
        <p:nvCxnSpPr>
          <p:cNvPr id="11" name="Gerade Verbindung mit Pfeil 10"/>
          <p:cNvCxnSpPr/>
          <p:nvPr/>
        </p:nvCxnSpPr>
        <p:spPr>
          <a:xfrm>
            <a:off x="5521663" y="1144401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/>
          <p:cNvSpPr/>
          <p:nvPr/>
        </p:nvSpPr>
        <p:spPr>
          <a:xfrm>
            <a:off x="4539675" y="2514385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pic>
        <p:nvPicPr>
          <p:cNvPr id="13" name="Bild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79" y="2797639"/>
            <a:ext cx="1699155" cy="1693895"/>
          </a:xfrm>
          <a:prstGeom prst="rect">
            <a:avLst/>
          </a:prstGeom>
        </p:spPr>
      </p:pic>
      <p:sp>
        <p:nvSpPr>
          <p:cNvPr id="14" name="Textfeld 13"/>
          <p:cNvSpPr txBox="1"/>
          <p:nvPr/>
        </p:nvSpPr>
        <p:spPr>
          <a:xfrm>
            <a:off x="8000117" y="3136754"/>
            <a:ext cx="671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 smtClean="0">
                <a:latin typeface="Lucida Sans" charset="0"/>
                <a:ea typeface="Lucida Sans" charset="0"/>
                <a:cs typeface="Lucida Sans" charset="0"/>
              </a:rPr>
              <a:t>1</a:t>
            </a:r>
            <a:endParaRPr lang="de-DE" sz="6000" b="1" dirty="0">
              <a:latin typeface="Lucida Sans" charset="0"/>
              <a:ea typeface="Lucida Sans" charset="0"/>
              <a:cs typeface="Lucida Sans" charset="0"/>
            </a:endParaRPr>
          </a:p>
        </p:txBody>
      </p:sp>
      <p:cxnSp>
        <p:nvCxnSpPr>
          <p:cNvPr id="15" name="Gerade Verbindung mit Pfeil 14"/>
          <p:cNvCxnSpPr/>
          <p:nvPr/>
        </p:nvCxnSpPr>
        <p:spPr>
          <a:xfrm>
            <a:off x="3689375" y="3635949"/>
            <a:ext cx="7837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>
            <a:off x="7187206" y="3635949"/>
            <a:ext cx="78377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/>
          <p:cNvSpPr/>
          <p:nvPr/>
        </p:nvSpPr>
        <p:spPr>
          <a:xfrm>
            <a:off x="6117896" y="2514385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cxnSp>
        <p:nvCxnSpPr>
          <p:cNvPr id="18" name="Gerade Verbindung mit Pfeil 17"/>
          <p:cNvCxnSpPr/>
          <p:nvPr/>
        </p:nvCxnSpPr>
        <p:spPr>
          <a:xfrm>
            <a:off x="5521663" y="2841393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4531435" y="3309339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6109656" y="3309339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cxnSp>
        <p:nvCxnSpPr>
          <p:cNvPr id="21" name="Gerade Verbindung mit Pfeil 20"/>
          <p:cNvCxnSpPr/>
          <p:nvPr/>
        </p:nvCxnSpPr>
        <p:spPr>
          <a:xfrm>
            <a:off x="5513423" y="3636347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>
            <a:off x="4523195" y="4079578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6101416" y="4079578"/>
            <a:ext cx="907846" cy="65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algn="ctr"/>
            <a:r>
              <a:rPr lang="de-DE" sz="3200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m()</a:t>
            </a:r>
            <a:endParaRPr lang="de-DE" sz="3200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cxnSp>
        <p:nvCxnSpPr>
          <p:cNvPr id="24" name="Gerade Verbindung mit Pfeil 23"/>
          <p:cNvCxnSpPr/>
          <p:nvPr/>
        </p:nvCxnSpPr>
        <p:spPr>
          <a:xfrm>
            <a:off x="5505183" y="4406586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/>
          <p:nvPr/>
        </p:nvCxnSpPr>
        <p:spPr>
          <a:xfrm flipV="1">
            <a:off x="5501066" y="2957617"/>
            <a:ext cx="557862" cy="6659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/>
          <p:cNvCxnSpPr/>
          <p:nvPr/>
        </p:nvCxnSpPr>
        <p:spPr>
          <a:xfrm flipV="1">
            <a:off x="5501065" y="3739816"/>
            <a:ext cx="549624" cy="678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/>
          <p:nvPr/>
        </p:nvCxnSpPr>
        <p:spPr>
          <a:xfrm>
            <a:off x="5493068" y="3643778"/>
            <a:ext cx="549624" cy="678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/>
          <p:nvPr/>
        </p:nvCxnSpPr>
        <p:spPr>
          <a:xfrm>
            <a:off x="5522311" y="2829234"/>
            <a:ext cx="549624" cy="678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/>
          <p:nvPr/>
        </p:nvCxnSpPr>
        <p:spPr>
          <a:xfrm>
            <a:off x="5525527" y="2821139"/>
            <a:ext cx="517165" cy="1387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/>
          <p:nvPr/>
        </p:nvCxnSpPr>
        <p:spPr>
          <a:xfrm flipV="1">
            <a:off x="5541521" y="3011936"/>
            <a:ext cx="517165" cy="1387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/>
          <p:nvPr/>
        </p:nvCxnSpPr>
        <p:spPr>
          <a:xfrm>
            <a:off x="3689375" y="3643778"/>
            <a:ext cx="783771" cy="774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/>
          <p:nvPr/>
        </p:nvCxnSpPr>
        <p:spPr>
          <a:xfrm flipV="1">
            <a:off x="3692591" y="2869407"/>
            <a:ext cx="783771" cy="774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85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7" y="523996"/>
            <a:ext cx="1699155" cy="1693895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6752085" y="863111"/>
            <a:ext cx="671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b="1" dirty="0" smtClean="0">
                <a:latin typeface="Lucida Sans" charset="0"/>
                <a:ea typeface="Lucida Sans" charset="0"/>
                <a:cs typeface="Lucida Sans" charset="0"/>
              </a:rPr>
              <a:t>1</a:t>
            </a:r>
            <a:endParaRPr lang="de-DE" sz="6000" b="1" dirty="0">
              <a:latin typeface="Lucida Sans" charset="0"/>
              <a:ea typeface="Lucida Sans" charset="0"/>
              <a:cs typeface="Lucida Sans" charset="0"/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5939174" y="1362306"/>
            <a:ext cx="78377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4273631" y="567750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>
            <a:off x="4265391" y="1362704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>
            <a:off x="4257151" y="2132943"/>
            <a:ext cx="54550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/>
          <p:cNvCxnSpPr/>
          <p:nvPr/>
        </p:nvCxnSpPr>
        <p:spPr>
          <a:xfrm flipV="1">
            <a:off x="4253034" y="683974"/>
            <a:ext cx="557862" cy="6659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/>
          <p:cNvCxnSpPr/>
          <p:nvPr/>
        </p:nvCxnSpPr>
        <p:spPr>
          <a:xfrm flipV="1">
            <a:off x="4253033" y="1466173"/>
            <a:ext cx="549624" cy="678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/>
        </p:nvCxnSpPr>
        <p:spPr>
          <a:xfrm>
            <a:off x="4245036" y="1370135"/>
            <a:ext cx="549624" cy="678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/>
          <p:nvPr/>
        </p:nvCxnSpPr>
        <p:spPr>
          <a:xfrm>
            <a:off x="4274279" y="555591"/>
            <a:ext cx="549624" cy="6783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>
            <a:off x="4277495" y="547496"/>
            <a:ext cx="517165" cy="1387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 flipV="1">
            <a:off x="4293489" y="738293"/>
            <a:ext cx="517165" cy="1387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522736" y="220488"/>
            <a:ext cx="661370" cy="6540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F()</a:t>
            </a:r>
            <a:endParaRPr lang="de-DE" dirty="0">
              <a:solidFill>
                <a:schemeClr val="tx1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912661" y="220488"/>
            <a:ext cx="661370" cy="6540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lvl="0" algn="ctr"/>
            <a:r>
              <a:rPr lang="de-DE" dirty="0">
                <a:solidFill>
                  <a:prstClr val="black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F()</a:t>
            </a:r>
          </a:p>
        </p:txBody>
      </p:sp>
      <p:sp>
        <p:nvSpPr>
          <p:cNvPr id="26" name="Oval 25"/>
          <p:cNvSpPr/>
          <p:nvPr/>
        </p:nvSpPr>
        <p:spPr>
          <a:xfrm>
            <a:off x="3526853" y="1052513"/>
            <a:ext cx="661370" cy="6540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lvl="0" algn="ctr"/>
            <a:r>
              <a:rPr lang="de-DE" dirty="0">
                <a:solidFill>
                  <a:prstClr val="black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F()</a:t>
            </a:r>
          </a:p>
        </p:txBody>
      </p:sp>
      <p:sp>
        <p:nvSpPr>
          <p:cNvPr id="27" name="Oval 26"/>
          <p:cNvSpPr/>
          <p:nvPr/>
        </p:nvSpPr>
        <p:spPr>
          <a:xfrm>
            <a:off x="4916778" y="1052513"/>
            <a:ext cx="661370" cy="6540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lvl="0" algn="ctr"/>
            <a:r>
              <a:rPr lang="de-DE" dirty="0">
                <a:solidFill>
                  <a:prstClr val="black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F()</a:t>
            </a:r>
          </a:p>
        </p:txBody>
      </p:sp>
      <p:sp>
        <p:nvSpPr>
          <p:cNvPr id="28" name="Oval 27"/>
          <p:cNvSpPr/>
          <p:nvPr/>
        </p:nvSpPr>
        <p:spPr>
          <a:xfrm>
            <a:off x="3530970" y="1822754"/>
            <a:ext cx="661370" cy="6540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lvl="0" algn="ctr"/>
            <a:r>
              <a:rPr lang="de-DE" dirty="0">
                <a:solidFill>
                  <a:prstClr val="black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F()</a:t>
            </a:r>
          </a:p>
        </p:txBody>
      </p:sp>
      <p:sp>
        <p:nvSpPr>
          <p:cNvPr id="29" name="Oval 28"/>
          <p:cNvSpPr/>
          <p:nvPr/>
        </p:nvSpPr>
        <p:spPr>
          <a:xfrm>
            <a:off x="4920895" y="1822754"/>
            <a:ext cx="661370" cy="6540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tIns="100584" bIns="0" rtlCol="0" anchor="ctr"/>
          <a:lstStyle/>
          <a:p>
            <a:pPr lvl="0" algn="ctr"/>
            <a:r>
              <a:rPr lang="de-DE" dirty="0">
                <a:solidFill>
                  <a:prstClr val="black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F()</a:t>
            </a:r>
          </a:p>
        </p:txBody>
      </p:sp>
      <p:cxnSp>
        <p:nvCxnSpPr>
          <p:cNvPr id="24" name="Gerade Verbindung mit Pfeil 23"/>
          <p:cNvCxnSpPr/>
          <p:nvPr/>
        </p:nvCxnSpPr>
        <p:spPr>
          <a:xfrm>
            <a:off x="2540803" y="1362306"/>
            <a:ext cx="7837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/>
          <p:nvPr/>
        </p:nvCxnSpPr>
        <p:spPr>
          <a:xfrm>
            <a:off x="2540803" y="1370135"/>
            <a:ext cx="783771" cy="774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/>
          <p:nvPr/>
        </p:nvCxnSpPr>
        <p:spPr>
          <a:xfrm flipV="1">
            <a:off x="2544019" y="595764"/>
            <a:ext cx="783771" cy="7743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9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Macintosh PowerPoint</Application>
  <PresentationFormat>Breitbild</PresentationFormat>
  <Paragraphs>19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Lucida Sans</vt:lpstr>
      <vt:lpstr>Lucida Sans Unicode</vt:lpstr>
      <vt:lpstr>Office-Design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Ahmed Gado</dc:creator>
  <cp:lastModifiedBy>Ahmed Gado</cp:lastModifiedBy>
  <cp:revision>5</cp:revision>
  <dcterms:created xsi:type="dcterms:W3CDTF">2018-07-12T20:27:57Z</dcterms:created>
  <dcterms:modified xsi:type="dcterms:W3CDTF">2018-07-13T12:56:37Z</dcterms:modified>
</cp:coreProperties>
</file>